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785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88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674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8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1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8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57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804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724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23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30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5F31E88-CA08-457B-B567-1062FD4F2E1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DC30C7-DE3A-4B6B-B9F1-607761F8A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74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1DF1-37C4-B8ED-1A8A-0F30E1BFB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7" y="2204384"/>
            <a:ext cx="9068586" cy="2590800"/>
          </a:xfrm>
        </p:spPr>
        <p:txBody>
          <a:bodyPr/>
          <a:lstStyle/>
          <a:p>
            <a:r>
              <a:rPr lang="en-US" b="1" dirty="0"/>
              <a:t>DAY -1 TASK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91F5C-FD79-9E64-7B60-F80AECA12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001"/>
            <a:ext cx="9144000" cy="903974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Scenario:  How to share the file from account A to account B's S3bucket??</a:t>
            </a:r>
          </a:p>
        </p:txBody>
      </p:sp>
    </p:spTree>
    <p:extLst>
      <p:ext uri="{BB962C8B-B14F-4D97-AF65-F5344CB8AC3E}">
        <p14:creationId xmlns:p14="http://schemas.microsoft.com/office/powerpoint/2010/main" val="2045331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8DB9-06B2-8251-7259-45AEE701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3692"/>
            <a:ext cx="10058400" cy="1371600"/>
          </a:xfrm>
        </p:spPr>
        <p:txBody>
          <a:bodyPr/>
          <a:lstStyle/>
          <a:p>
            <a:pPr algn="ctr"/>
            <a:r>
              <a:rPr lang="en-US" b="1" dirty="0"/>
              <a:t>1.Create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Linux machine</a:t>
            </a:r>
            <a:r>
              <a:rPr lang="en-US" b="1" dirty="0"/>
              <a:t> in EC2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84A74B-8B98-1E4A-E79E-D20C87DBBD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1646" y="1765292"/>
            <a:ext cx="8408708" cy="472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19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3123-4343-6D70-7327-E4EEA829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713" y="2743200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2. Login to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Putty</a:t>
            </a:r>
            <a:r>
              <a:rPr lang="en-US" b="1" dirty="0"/>
              <a:t> and create a file using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touch command.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22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70F3-C267-9E38-8FD7-21D9E3F5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37003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Create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S3 bucket </a:t>
            </a:r>
            <a:r>
              <a:rPr lang="en-US" b="1" dirty="0">
                <a:solidFill>
                  <a:schemeClr val="tx1"/>
                </a:solidFill>
              </a:rPr>
              <a:t>to store our file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64416D-D286-0589-FA74-F566958B97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683" y="1514573"/>
            <a:ext cx="8692634" cy="48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79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89C8-B7B3-1C93-1634-4EDE57AC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4.Create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IAM Role </a:t>
            </a:r>
            <a:r>
              <a:rPr lang="en-US" b="1" dirty="0"/>
              <a:t>for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EC2 access to the S3 bucket. 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ED0AB42-3FC4-0598-089F-0351898BAC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536" y="2865748"/>
            <a:ext cx="4823733" cy="271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00A8641-F126-6045-C4D6-87F0473C0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65748"/>
            <a:ext cx="4954528" cy="278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8D99B5-BC96-C509-64AA-974B6477A7E0}"/>
              </a:ext>
            </a:extLst>
          </p:cNvPr>
          <p:cNvSpPr txBox="1"/>
          <p:nvPr/>
        </p:nvSpPr>
        <p:spPr>
          <a:xfrm>
            <a:off x="950536" y="2014194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Give the ec2fullaccess and s3fullaccess for the user</a:t>
            </a:r>
            <a:endParaRPr lang="en-IN" b="1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73731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41F53-D13F-20E6-ABF0-DBE432B2B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83" y="641023"/>
            <a:ext cx="10708849" cy="56089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6. Get the Account A's </a:t>
            </a:r>
            <a:r>
              <a:rPr lang="en-US" b="1" dirty="0" err="1"/>
              <a:t>arn</a:t>
            </a:r>
            <a:r>
              <a:rPr lang="en-US" b="1" dirty="0"/>
              <a:t> (</a:t>
            </a:r>
            <a:r>
              <a:rPr lang="en-US" b="1" dirty="0" err="1"/>
              <a:t>arn:aws:iam</a:t>
            </a:r>
            <a:r>
              <a:rPr lang="en-US" b="1" dirty="0"/>
              <a:t>::902488664653:user/admin) and go to the bucket policy in Account B and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edit the bucket policy </a:t>
            </a:r>
            <a:r>
              <a:rPr lang="en-US" b="1" dirty="0"/>
              <a:t>(</a:t>
            </a:r>
            <a:r>
              <a:rPr lang="en-US" b="1" dirty="0">
                <a:highlight>
                  <a:srgbClr val="FFFF00"/>
                </a:highlight>
              </a:rPr>
              <a:t>add account A's </a:t>
            </a:r>
            <a:r>
              <a:rPr lang="en-US" b="1" dirty="0" err="1">
                <a:highlight>
                  <a:srgbClr val="FFFF00"/>
                </a:highlight>
              </a:rPr>
              <a:t>arn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json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script for bucket policy : 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  "Version": "2012-10-17",</a:t>
            </a:r>
          </a:p>
          <a:p>
            <a:pPr marL="0" indent="0">
              <a:buNone/>
            </a:pPr>
            <a:r>
              <a:rPr lang="en-US" b="1" dirty="0"/>
              <a:t>  "Statement": [</a:t>
            </a:r>
          </a:p>
          <a:p>
            <a:pPr marL="0" indent="0">
              <a:buNone/>
            </a:pPr>
            <a:r>
              <a:rPr lang="en-US" b="1" dirty="0"/>
              <a:t>    {</a:t>
            </a:r>
          </a:p>
          <a:p>
            <a:pPr marL="0" indent="0">
              <a:buNone/>
            </a:pPr>
            <a:r>
              <a:rPr lang="en-US" b="1" dirty="0"/>
              <a:t>      "Sid": "</a:t>
            </a:r>
            <a:r>
              <a:rPr lang="en-US" b="1" dirty="0" err="1"/>
              <a:t>AllowAccountAToUpload</a:t>
            </a:r>
            <a:r>
              <a:rPr lang="en-US" b="1" dirty="0"/>
              <a:t>",</a:t>
            </a:r>
          </a:p>
          <a:p>
            <a:pPr marL="0" indent="0">
              <a:buNone/>
            </a:pPr>
            <a:r>
              <a:rPr lang="en-US" b="1" dirty="0"/>
              <a:t>      "Effect": "Allow",</a:t>
            </a:r>
          </a:p>
          <a:p>
            <a:pPr marL="0" indent="0">
              <a:buNone/>
            </a:pPr>
            <a:r>
              <a:rPr lang="en-US" b="1" dirty="0"/>
              <a:t>      "Principal": {</a:t>
            </a:r>
          </a:p>
          <a:p>
            <a:pPr marL="0" indent="0">
              <a:buNone/>
            </a:pPr>
            <a:r>
              <a:rPr lang="en-US" b="1" dirty="0"/>
              <a:t>        "AWS": "</a:t>
            </a:r>
            <a:r>
              <a:rPr lang="en-US" b="1" dirty="0" err="1">
                <a:highlight>
                  <a:srgbClr val="FFFF00"/>
                </a:highlight>
              </a:rPr>
              <a:t>arn:aws:iam</a:t>
            </a:r>
            <a:r>
              <a:rPr lang="en-US" b="1" dirty="0">
                <a:highlight>
                  <a:srgbClr val="FFFF00"/>
                </a:highlight>
              </a:rPr>
              <a:t>::678874288256:user/user1</a:t>
            </a:r>
            <a:r>
              <a:rPr lang="en-US" b="1" dirty="0"/>
              <a:t>"</a:t>
            </a:r>
          </a:p>
          <a:p>
            <a:pPr marL="0" indent="0">
              <a:buNone/>
            </a:pPr>
            <a:r>
              <a:rPr lang="en-US" b="1" dirty="0"/>
              <a:t>      },</a:t>
            </a:r>
          </a:p>
          <a:p>
            <a:pPr marL="0" indent="0">
              <a:buNone/>
            </a:pPr>
            <a:r>
              <a:rPr lang="en-US" b="1" dirty="0"/>
              <a:t>      "Action": "s3:PutObject",</a:t>
            </a:r>
          </a:p>
          <a:p>
            <a:pPr marL="0" indent="0">
              <a:buNone/>
            </a:pPr>
            <a:r>
              <a:rPr lang="en-US" b="1" dirty="0"/>
              <a:t>      "Resource": "</a:t>
            </a:r>
            <a:r>
              <a:rPr lang="en-US" b="1" dirty="0">
                <a:highlight>
                  <a:srgbClr val="FFFF00"/>
                </a:highlight>
              </a:rPr>
              <a:t>admin-02-sep-2025</a:t>
            </a:r>
            <a:r>
              <a:rPr lang="en-US" b="1" dirty="0"/>
              <a:t>/*"</a:t>
            </a:r>
          </a:p>
          <a:p>
            <a:pPr marL="0" indent="0">
              <a:buNone/>
            </a:pPr>
            <a:r>
              <a:rPr lang="en-US" b="1" dirty="0"/>
              <a:t>    }</a:t>
            </a:r>
          </a:p>
          <a:p>
            <a:pPr marL="0" indent="0">
              <a:buNone/>
            </a:pPr>
            <a:r>
              <a:rPr lang="en-US" b="1" dirty="0"/>
              <a:t>  ]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555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FADA-D97C-1766-5103-72F24E6B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Editing bucket policy in Account B’s S3 bucket.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B4795B8B-432C-E04E-4B55-90E431414F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789" y="2014194"/>
            <a:ext cx="7988764" cy="449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27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33781-A9D1-53B4-33A4-265FD45AB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1689"/>
            <a:ext cx="10058400" cy="1371600"/>
          </a:xfrm>
        </p:spPr>
        <p:txBody>
          <a:bodyPr>
            <a:normAutofit/>
          </a:bodyPr>
          <a:lstStyle/>
          <a:p>
            <a:r>
              <a:rPr lang="en-IN" sz="3200" b="1" dirty="0"/>
              <a:t>Now try to Copy the file to Account B’s S3 bucket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549A843-DE58-062E-4461-FFA5418FA0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061" y="1329548"/>
            <a:ext cx="10058400" cy="42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E72522-B698-0E68-3DD6-8049B7D2CA04}"/>
              </a:ext>
            </a:extLst>
          </p:cNvPr>
          <p:cNvSpPr txBox="1"/>
          <p:nvPr/>
        </p:nvSpPr>
        <p:spPr>
          <a:xfrm>
            <a:off x="1109220" y="1859340"/>
            <a:ext cx="101432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Once hit the below command we successfully copy the file from Account A to Account B’s S3 bucket.</a:t>
            </a:r>
          </a:p>
          <a:p>
            <a:endParaRPr lang="en-IN" sz="2400" b="1" dirty="0"/>
          </a:p>
          <a:p>
            <a:r>
              <a:rPr lang="en-IN" sz="2400" b="1" dirty="0"/>
              <a:t> </a:t>
            </a:r>
            <a:r>
              <a:rPr lang="en-IN" sz="2400" b="1" dirty="0" err="1">
                <a:highlight>
                  <a:srgbClr val="FFFF00"/>
                </a:highlight>
              </a:rPr>
              <a:t>aws</a:t>
            </a:r>
            <a:r>
              <a:rPr lang="en-IN" sz="2400" b="1" dirty="0">
                <a:highlight>
                  <a:srgbClr val="FFFF00"/>
                </a:highlight>
              </a:rPr>
              <a:t> s3 cp /home/ec2-user/filename s3://bucketname/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B2FDA59-2022-E46E-A6D3-741AA6423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188" y="3665745"/>
            <a:ext cx="4875623" cy="273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9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5E56-44FA-21D8-98E0-7209C58B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10058400" cy="1371600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1193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61</TotalTime>
  <Words>249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Garamond</vt:lpstr>
      <vt:lpstr>Savon</vt:lpstr>
      <vt:lpstr>DAY -1 TASK </vt:lpstr>
      <vt:lpstr>1.Create a Linux machine in EC2</vt:lpstr>
      <vt:lpstr>2. Login to Putty and create a file using touch command.</vt:lpstr>
      <vt:lpstr>3. Create a S3 bucket to store our file</vt:lpstr>
      <vt:lpstr>4.Create a IAM Role for EC2 access to the S3 bucket. </vt:lpstr>
      <vt:lpstr>PowerPoint Presentation</vt:lpstr>
      <vt:lpstr>Editing bucket policy in Account B’s S3 bucket.</vt:lpstr>
      <vt:lpstr>Now try to Copy the file to Account B’s S3 bucket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Rauf Mansoor</dc:creator>
  <cp:lastModifiedBy>Rauf Mansoor</cp:lastModifiedBy>
  <cp:revision>1</cp:revision>
  <dcterms:created xsi:type="dcterms:W3CDTF">2025-09-02T13:30:31Z</dcterms:created>
  <dcterms:modified xsi:type="dcterms:W3CDTF">2025-09-02T14:32:08Z</dcterms:modified>
</cp:coreProperties>
</file>